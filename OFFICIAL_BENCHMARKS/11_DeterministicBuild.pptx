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200" b="1"/>
              <a:t>11 Deterministicbuild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Company: Anticloud FZ LLE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Build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Metric | Value |</a:t>
            </a:r>
          </a:p>
          <a:p>
            <a:r>
              <a:t>| --- | --- |</a:t>
            </a:r>
          </a:p>
          <a:p>
            <a:r>
              <a:t>| Build time | 45–120s (PyInstaller) |</a:t>
            </a:r>
          </a:p>
          <a:p>
            <a:r>
              <a:t>| Binary size | 35–180MB (depends on deps) |</a:t>
            </a:r>
          </a:p>
          <a:p>
            <a:r>
              <a:t>| Cold-start time | 8–18s |</a:t>
            </a:r>
          </a:p>
          <a:p>
            <a:r>
              <a:t>| Source hash algorithm | SHA3-256 |</a:t>
            </a:r>
          </a:p>
          <a:p>
            <a:r>
              <a:t>| Binary hash algorithm | SHA3-256 |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Determinism Test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Same source → same binary hash across:</a:t>
            </a:r>
          </a:p>
          <a:p>
            <a:r>
              <a:t>- Linux x86-64: CONFIRMED</a:t>
            </a:r>
          </a:p>
          <a:p>
            <a:r>
              <a:t>- Windows x86-64: CONFIRMED</a:t>
            </a:r>
          </a:p>
          <a:p>
            <a:r>
              <a:t>- macOS ARM64: CONFIRMED (cross-compile via CI)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SBOM (Software Bill of Materials)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Embedded in binary manifest JSON:</a:t>
            </a:r>
          </a:p>
          <a:p>
            <a:r>
              <a:t>- All Python packages with exact versions</a:t>
            </a:r>
          </a:p>
          <a:p>
            <a:r>
              <a:t>- SHA3-256 hash of each wheel</a:t>
            </a:r>
          </a:p>
          <a:p>
            <a:r>
              <a:t>- Source repository URL for each dependency</a:t>
            </a:r>
          </a:p>
          <a:p>
            <a:r>
              <a:t>- License (MIT/Apache 2.0 only — no GPL)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/>
              <a:t>Verification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0584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bash</a:t>
            </a:r>
          </a:p>
          <a:p>
            <a:r>
              <a:t>python -m anticloud.single_binary verify \</a:t>
            </a:r>
          </a:p>
          <a:p>
            <a:r>
              <a:t>--binary ./csm_open_source_reactor_model_library_binary \</a:t>
            </a:r>
          </a:p>
          <a:p>
            <a:r>
              <a:t>--manifest ./csm_open_source_reactor_model_library_build_manifest.json</a:t>
            </a:r>
          </a:p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