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https://github.com/khurrumsaleem/CSM-Open-source-Reactor-Model-Library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