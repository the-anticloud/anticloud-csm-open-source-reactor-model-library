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CSM_OPEN_SOURCE_REACTOR_MODEL_LIBRARY | Category: NUCLEAR</a:t>
            </a:r>
          </a:p>
          <a:p>
            <a:r>
              <a:rPr sz="1400"/>
              <a:t>Upstream: https://github.com/khurrumsaleem/CSM-Open-source-Reactor-Model-Library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CSM_OPEN_SOURCE_REACTOR_MODEL_LIBRARY.</a:t>
            </a:r>
          </a:p>
          <a:p>
            <a:r>
              <a:rPr sz="1400"/>
              <a:t>OpenMC reactor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CSM_OPEN_SOURCE_REACTOR_MODEL_LIBRARY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